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7AC624-2A59-4528-905F-10B313A18722}">
  <a:tblStyle styleId="{8E7AC624-2A59-4528-905F-10B313A187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5a1ac58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5a1ac58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5a1ac58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5a1ac58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5a1ac58c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5a1ac58c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85a1ac58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85a1ac58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fc5c6a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f3fc5c6a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5a1ac58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85a1ac58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a3f52b11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a3f52b11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85a1ac58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85a1ac58c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a3f52b11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a3f52b11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85a1ac58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85a1ac58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5a1ac58c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85a1ac58c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78350" y="217175"/>
            <a:ext cx="8520600" cy="129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Détection de faux billets 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150" y="1707200"/>
            <a:ext cx="5619750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235375" y="-50575"/>
            <a:ext cx="8520600" cy="13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Ces caractéristiques vont nous permettre de distinguer les faux des vrais</a:t>
            </a:r>
            <a:endParaRPr sz="25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150" y="1499288"/>
            <a:ext cx="4054425" cy="30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/>
          <p:nvPr/>
        </p:nvCxnSpPr>
        <p:spPr>
          <a:xfrm rot="10800000">
            <a:off x="1222100" y="2096550"/>
            <a:ext cx="5400" cy="1835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4" name="Google Shape;64;p14"/>
          <p:cNvSpPr txBox="1"/>
          <p:nvPr/>
        </p:nvSpPr>
        <p:spPr>
          <a:xfrm rot="-5400000">
            <a:off x="845350" y="1881000"/>
            <a:ext cx="1559700" cy="19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Height left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5" name="Google Shape;65;p14"/>
          <p:cNvCxnSpPr/>
          <p:nvPr/>
        </p:nvCxnSpPr>
        <p:spPr>
          <a:xfrm>
            <a:off x="1535500" y="1952075"/>
            <a:ext cx="3380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" name="Google Shape;66;p14"/>
          <p:cNvSpPr txBox="1"/>
          <p:nvPr/>
        </p:nvSpPr>
        <p:spPr>
          <a:xfrm>
            <a:off x="2525825" y="1390475"/>
            <a:ext cx="2585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Length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5111525" y="2007775"/>
            <a:ext cx="0" cy="21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" name="Google Shape;68;p14"/>
          <p:cNvSpPr txBox="1"/>
          <p:nvPr/>
        </p:nvSpPr>
        <p:spPr>
          <a:xfrm>
            <a:off x="5111525" y="1952075"/>
            <a:ext cx="9231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Margin up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69" name="Google Shape;69;p14"/>
          <p:cNvCxnSpPr/>
          <p:nvPr/>
        </p:nvCxnSpPr>
        <p:spPr>
          <a:xfrm>
            <a:off x="5110175" y="3831575"/>
            <a:ext cx="2700" cy="21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" name="Google Shape;70;p14"/>
          <p:cNvSpPr txBox="1"/>
          <p:nvPr/>
        </p:nvSpPr>
        <p:spPr>
          <a:xfrm>
            <a:off x="5117075" y="3748050"/>
            <a:ext cx="1148400" cy="1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Margin down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71" name="Google Shape;71;p14"/>
          <p:cNvCxnSpPr/>
          <p:nvPr/>
        </p:nvCxnSpPr>
        <p:spPr>
          <a:xfrm rot="10800000">
            <a:off x="5111525" y="2319000"/>
            <a:ext cx="0" cy="139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" name="Google Shape;72;p14"/>
          <p:cNvSpPr txBox="1"/>
          <p:nvPr/>
        </p:nvSpPr>
        <p:spPr>
          <a:xfrm rot="5400000">
            <a:off x="4646575" y="2442800"/>
            <a:ext cx="1152300" cy="11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Height right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948975" y="3536650"/>
            <a:ext cx="400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+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948975" y="2035438"/>
            <a:ext cx="400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+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5" name="Google Shape;75;p14"/>
          <p:cNvCxnSpPr/>
          <p:nvPr/>
        </p:nvCxnSpPr>
        <p:spPr>
          <a:xfrm>
            <a:off x="1360975" y="2035500"/>
            <a:ext cx="3658800" cy="193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" name="Google Shape;76;p14"/>
          <p:cNvSpPr txBox="1"/>
          <p:nvPr/>
        </p:nvSpPr>
        <p:spPr>
          <a:xfrm rot="1748006">
            <a:off x="2700860" y="2988957"/>
            <a:ext cx="1990982" cy="102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</a:rPr>
              <a:t>Diagonal 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100" y="1952075"/>
            <a:ext cx="2951050" cy="155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6220875" y="3603550"/>
            <a:ext cx="2474400" cy="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1500 Billets -&gt; 1463 Billets (Valeurs manquantes)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ctrTitle"/>
          </p:nvPr>
        </p:nvSpPr>
        <p:spPr>
          <a:xfrm>
            <a:off x="283908" y="-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Cette heatmap de corrélation nous permet de comprendre qu'aucune des informations n’est inutile ou répétitif</a:t>
            </a:r>
            <a:endParaRPr sz="2500"/>
          </a:p>
        </p:txBody>
      </p:sp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051" y="1816526"/>
            <a:ext cx="3334925" cy="28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4210575" y="2029925"/>
            <a:ext cx="3041700" cy="22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Aucune des données n’influence sur les autres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-194150" y="614400"/>
            <a:ext cx="49110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Ce graphique nous montre les données qui influence le plus un billet faux </a:t>
            </a:r>
            <a:endParaRPr sz="2000"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30975"/>
            <a:ext cx="4455127" cy="415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504650" y="2041125"/>
            <a:ext cx="467100" cy="461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1129750" y="2041125"/>
            <a:ext cx="22632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Billets faux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504650" y="3094325"/>
            <a:ext cx="467100" cy="461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1129750" y="3115475"/>
            <a:ext cx="15903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Billets Vrai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8975"/>
            <a:ext cx="5560577" cy="51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5753800" y="592600"/>
            <a:ext cx="34479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Length et Margin Low on les plus grosses différences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6825" y="3474898"/>
            <a:ext cx="2506400" cy="11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5753800" y="2410900"/>
            <a:ext cx="3106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Choisis de supprimer les billets dont les données son manquante pour margin low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311700" y="122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En testant ces 4 modèles nous allons pouvoir sélectionner le modèle le plus performant</a:t>
            </a:r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261675" y="1203738"/>
            <a:ext cx="3851700" cy="13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308"/>
              <a:t>K-me</a:t>
            </a:r>
            <a:r>
              <a:rPr lang="fr" sz="5708"/>
              <a:t>ans :                                                                   </a:t>
            </a:r>
            <a:endParaRPr sz="5708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5708"/>
              <a:t>Création des groupes -&gt; Cherche le centre </a:t>
            </a: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/>
          </a:p>
        </p:txBody>
      </p:sp>
      <p:sp>
        <p:nvSpPr>
          <p:cNvPr id="114" name="Google Shape;114;p18"/>
          <p:cNvSpPr txBox="1"/>
          <p:nvPr/>
        </p:nvSpPr>
        <p:spPr>
          <a:xfrm>
            <a:off x="4947550" y="2825175"/>
            <a:ext cx="3264000" cy="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KNN :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Regarde les billets les plus proches (voisins) - Majorité faux = billets faux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311700" y="2797375"/>
            <a:ext cx="3075000" cy="10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Random forest :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Des arbres qui votent selon les caractéristiques et votes si le billet est Vrai ou faux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4916875" y="1280100"/>
            <a:ext cx="34032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Logistic Regression :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>
                <a:solidFill>
                  <a:schemeClr val="dk2"/>
                </a:solidFill>
              </a:rPr>
              <a:t>Calcul la probabilité du billet vrai ou faux selon ses caractéristiques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638" y="1147781"/>
            <a:ext cx="502025" cy="50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5425" y="3069751"/>
            <a:ext cx="633900" cy="63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7600" y="3025350"/>
            <a:ext cx="678300" cy="6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1825" y="817825"/>
            <a:ext cx="1000800" cy="10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va effectuer 5 test différents (validation croisée) qui vont nous permettre d’optimiser les données entraînés</a:t>
            </a:r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 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325" y="1486392"/>
            <a:ext cx="5175474" cy="27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 txBox="1"/>
          <p:nvPr/>
        </p:nvSpPr>
        <p:spPr>
          <a:xfrm>
            <a:off x="6131900" y="1735200"/>
            <a:ext cx="21852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20% des données vont être tester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6101300" y="2525300"/>
            <a:ext cx="22464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80% des données vont être entraînés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1925" y="3387675"/>
            <a:ext cx="1704975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>
            <a:spLocks noGrp="1"/>
          </p:cNvSpPr>
          <p:nvPr>
            <p:ph type="body" idx="1"/>
          </p:nvPr>
        </p:nvSpPr>
        <p:spPr>
          <a:xfrm>
            <a:off x="311700" y="2961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" dirty="0"/>
              <a:t>Itération 1        Itération 2		Itération 3         Itération 4		Itération 5</a:t>
            </a:r>
            <a:endParaRPr dirty="0"/>
          </a:p>
        </p:txBody>
      </p:sp>
      <p:sp>
        <p:nvSpPr>
          <p:cNvPr id="138" name="Google Shape;13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96" y="759871"/>
            <a:ext cx="1807825" cy="293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7326" y="759876"/>
            <a:ext cx="1844357" cy="293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8775" y="759872"/>
            <a:ext cx="1643975" cy="2899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338" y="759875"/>
            <a:ext cx="1901875" cy="293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3800" y="759887"/>
            <a:ext cx="1748275" cy="280695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129900" y="3691400"/>
            <a:ext cx="8854500" cy="9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 dirty="0">
                <a:solidFill>
                  <a:schemeClr val="dk2"/>
                </a:solidFill>
              </a:rPr>
              <a:t>Itération 2    : 100% de faux billets détectés sur la Régression Logistique ainsi que du Random Forest</a:t>
            </a: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 dirty="0">
                <a:solidFill>
                  <a:schemeClr val="dk2"/>
                </a:solidFill>
              </a:rPr>
              <a:t>Un billet Vrai mal placé contribue beaucoup moins dans l’économie qu’des billets Faux mal placé</a:t>
            </a: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 dirty="0">
                <a:solidFill>
                  <a:schemeClr val="dk2"/>
                </a:solidFill>
              </a:rPr>
              <a:t>Accuracy = % Faux billets + % Vrai Billets -&gt; Il est plus simple de trouver les billets vrais pour les modèles car + de billets vrais dans les tests</a:t>
            </a:r>
            <a:endParaRPr sz="15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73550" y="3659150"/>
            <a:ext cx="369225" cy="3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311700" y="78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On peut enfin choisir le modèle le plus performant grâce à nos matrices de confusion</a:t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75" y="930949"/>
            <a:ext cx="2432550" cy="208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4025" y="930950"/>
            <a:ext cx="2377375" cy="2040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963" y="3019299"/>
            <a:ext cx="2377368" cy="204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4037" y="2971925"/>
            <a:ext cx="2338225" cy="200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  <p:sp>
        <p:nvSpPr>
          <p:cNvPr id="156" name="Google Shape;156;p21"/>
          <p:cNvSpPr txBox="1"/>
          <p:nvPr/>
        </p:nvSpPr>
        <p:spPr>
          <a:xfrm>
            <a:off x="5887250" y="1151350"/>
            <a:ext cx="2863800" cy="35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dk2"/>
                </a:solidFill>
              </a:rPr>
              <a:t>-  Importance à la détection de Faux billets pour des raisons économiques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dk2"/>
                </a:solidFill>
              </a:rPr>
              <a:t>-  Choisir un modèle par rapport au prix et la performance par rapport à cette tâche 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500550" y="31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 nos 2 modèles les plus attrayant, la Régression Logistique est celle qui coute le moin chère et le + rapide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739850" y="13693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" dirty="0"/>
              <a:t>Modèle                Type		Principe			Traits</a:t>
            </a:r>
            <a:endParaRPr dirty="0"/>
          </a:p>
        </p:txBody>
      </p:sp>
      <p:sp>
        <p:nvSpPr>
          <p:cNvPr id="163" name="Google Shape;16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graphicFrame>
        <p:nvGraphicFramePr>
          <p:cNvPr id="164" name="Google Shape;164;p22"/>
          <p:cNvGraphicFramePr/>
          <p:nvPr/>
        </p:nvGraphicFramePr>
        <p:xfrm>
          <a:off x="668900" y="1804175"/>
          <a:ext cx="7239000" cy="2865000"/>
        </p:xfrm>
        <a:graphic>
          <a:graphicData uri="http://schemas.openxmlformats.org/drawingml/2006/table">
            <a:tbl>
              <a:tblPr>
                <a:noFill/>
                <a:tableStyleId>{8E7AC624-2A59-4528-905F-10B313A18722}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Régression Logistique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Supervisé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Calcule une probabilité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Coût Faible, Rapide et interprétable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Random Forest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dirty="0">
                          <a:solidFill>
                            <a:schemeClr val="dk1"/>
                          </a:solidFill>
                        </a:rPr>
                        <a:t>Supervisé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Plusieurs arbres votent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Performant mais coûteux  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KNN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Supervisé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Observe les voisins les plus proches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Simple, création de groupe naturel mais ne connaît pas les vraies classes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K-Means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Non supervisé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Regroupe les billets similaires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" dirty="0">
                          <a:solidFill>
                            <a:schemeClr val="dk1"/>
                          </a:solidFill>
                        </a:rPr>
                        <a:t>Simple et intuitif mais Lent 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5" name="Google Shape;165;p22"/>
          <p:cNvSpPr/>
          <p:nvPr/>
        </p:nvSpPr>
        <p:spPr>
          <a:xfrm>
            <a:off x="710375" y="1879800"/>
            <a:ext cx="7095300" cy="500400"/>
          </a:xfrm>
          <a:prstGeom prst="rect">
            <a:avLst/>
          </a:prstGeom>
          <a:noFill/>
          <a:ln w="9525" cap="flat" cmpd="sng">
            <a:solidFill>
              <a:srgbClr val="1880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partir de ce Fichier nous allons pouvoir réaliser identifier si un billets est vrai ou faux </a:t>
            </a:r>
            <a:endParaRPr/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100" y="2124425"/>
            <a:ext cx="1011775" cy="101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3"/>
          <p:cNvCxnSpPr/>
          <p:nvPr/>
        </p:nvCxnSpPr>
        <p:spPr>
          <a:xfrm>
            <a:off x="2528675" y="2563725"/>
            <a:ext cx="934200" cy="1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23"/>
          <p:cNvCxnSpPr/>
          <p:nvPr/>
        </p:nvCxnSpPr>
        <p:spPr>
          <a:xfrm>
            <a:off x="5136550" y="2563350"/>
            <a:ext cx="1234500" cy="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74" name="Google Shape;17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2975" y="1954263"/>
            <a:ext cx="2076509" cy="114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5663" y="1772325"/>
            <a:ext cx="1363875" cy="136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3241775" y="3094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Régression logistique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836350" y="3094900"/>
            <a:ext cx="224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Fichier CSV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6996925" y="3094900"/>
            <a:ext cx="126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Résultat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272775" y="389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Chacun de ses modèles vont être plus où moins performant</a:t>
            </a:r>
            <a:endParaRPr/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799" y="1637125"/>
            <a:ext cx="1026675" cy="102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0600" y="1306750"/>
            <a:ext cx="1423800" cy="142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3275" y="3255974"/>
            <a:ext cx="930199" cy="93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189" name="Google Shape;189;p24"/>
          <p:cNvSpPr txBox="1"/>
          <p:nvPr/>
        </p:nvSpPr>
        <p:spPr>
          <a:xfrm>
            <a:off x="2167000" y="1974325"/>
            <a:ext cx="15237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K-means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6639925" y="1848700"/>
            <a:ext cx="19164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Random Forest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2263475" y="3463525"/>
            <a:ext cx="19164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KNN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7150450" y="3255963"/>
            <a:ext cx="22677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Régression logistique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5249775" y="2896375"/>
            <a:ext cx="1790400" cy="15570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rgbClr val="1880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8825" y="2960025"/>
            <a:ext cx="1212300" cy="121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</Words>
  <Application>Microsoft Office PowerPoint</Application>
  <PresentationFormat>Affichage à l'écran (16:9)</PresentationFormat>
  <Paragraphs>86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Détection de faux billets </vt:lpstr>
      <vt:lpstr>Ces caractéristiques vont nous permettre de distinguer les faux des vrais</vt:lpstr>
      <vt:lpstr>Cette heatmap de corrélation nous permet de comprendre qu'aucune des informations n’est inutile ou répétitif</vt:lpstr>
      <vt:lpstr>Ce graphique nous montre les données qui influence le plus un billet faux </vt:lpstr>
      <vt:lpstr>Présentation PowerPoint</vt:lpstr>
      <vt:lpstr>En testant ces 4 modèles nous allons pouvoir sélectionner le modèle le plus performant</vt:lpstr>
      <vt:lpstr>On va effectuer 5 test différents (validation croisée) qui vont nous permettre d’optimiser les données entraînés</vt:lpstr>
      <vt:lpstr>Présentation PowerPoint</vt:lpstr>
      <vt:lpstr>On peut enfin choisir le modèle le plus performant grâce à nos matrices de confusion</vt:lpstr>
      <vt:lpstr>De nos 2 modèles les plus attrayant, la Régression Logistique est celle qui coute le moin chère et le + rapide</vt:lpstr>
      <vt:lpstr>A partir de ce Fichier nous allons pouvoir réaliser identifier si un billets est vrai ou faux </vt:lpstr>
      <vt:lpstr>Chacun de ses modèles vont être plus où moins performant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Lythis Shitly</cp:lastModifiedBy>
  <cp:revision>2</cp:revision>
  <dcterms:modified xsi:type="dcterms:W3CDTF">2026-09-07T16:07:57Z</dcterms:modified>
</cp:coreProperties>
</file>